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194E96-1A87-4DF9-A9EC-14720283D46E}">
          <p14:sldIdLst/>
        </p14:section>
        <p14:section name="Untitled Section" id="{C557386F-AA31-49B8-9A9A-84942E6C2A28}">
          <p14:sldIdLst>
            <p14:sldId id="257"/>
            <p14:sldId id="25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2C20-69D9-6855-EB0A-952AF2D48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098AA-F01E-D01A-CD7C-3BBAEC459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A78C8-8CA2-73F9-5093-FDD11F74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2D6F2-E062-DCF5-28D0-BACAF809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F9970-731B-30D1-261C-BC970F95E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5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2A7CE-B22E-E085-DF38-1EF952B3D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E6683-25A0-C11E-671D-11F0F5227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D9CEE-A7CA-2168-1504-5EA7D88A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5B96A-D739-DDCD-38CC-7ECF53EF8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BA9B0-B145-E5FB-6E23-A86D03D6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09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C8F25-4786-138F-0A73-DFA5B9B3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26193-B282-C2C2-ED69-44C2F17A1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8EE6E-2F91-A05C-ADFD-53B166E1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46BE5-36F7-6ADB-E0BD-C6AEA65D9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94E63-8094-225A-49D9-80EAF179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8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27FD-95AA-3300-04FF-857D7B56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033AD-0625-1833-C13E-49F99606B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62B8A-287E-9A91-ABC7-D400AFF91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64B74-38A6-4B74-782B-1E0F259A7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D3C27-26BC-0F39-A050-40BAFA21A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5C5FC-94B7-CD1B-62A0-EC3FE0B6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F22BD-E276-E4E3-481C-6A0F027CD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A4602-8B36-57CE-D871-A1BA09D50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73938-9436-666B-8309-B62862FFD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D9A065-4198-5C49-5EB5-5DD97F1E5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DA51E-E319-2E2D-85CA-5C450C552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7E2C1-FBDA-68CF-4F3E-5DD8220B9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FF6D4B-9EA7-3FB0-2CC1-094EEF7B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C6197B-7622-B07B-9D17-44F0E399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9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D115-D440-65AD-3460-BB1F9E0E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CC579-DF1D-78E7-DA68-974A3926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0CA0B-895A-03E5-B882-B2503095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A0504-C42A-7756-327D-91499279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0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68D06-0444-FE88-5CB0-5C860CB3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71C244-1D1C-292D-F10D-6F73FEF8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010AF-FFA4-59B2-3410-D3E777E2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7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89424-2981-711B-BC01-5E0959455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0BCA2-C41F-9B04-B184-D1CE1D4A3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6A86C-8375-141C-8301-3553BAD7E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79521-E48E-4021-74B2-631C96002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246FC-5090-10F3-D792-E940DA09B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54FC6-6A46-C3B7-783D-65C38D36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8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9759-E077-1C58-8F78-62C186D20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91B1F-16DD-7A08-5B97-4D9FB4A76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DE0B4-FC6B-22AF-2339-225C2D164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5F87E-7854-4214-B8BF-534AC0D1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20279-11EE-BE39-BE0C-CCB331C3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3154B-F726-CE57-5E03-C233EF9D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6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F139-5987-5DE2-CEEB-8D265D858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5DF46-5303-1CAE-7C81-92DD82573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28FE8-57C6-697C-584D-EB4CE94FE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9EAC6-4B36-E483-4328-CDCD2F6C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4C24D-C90F-02F2-AA6D-C4D4B8F1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83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132298-A7D9-8144-829C-AA564EFA3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3961A-2A48-CC35-7AE7-845452811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58472-4F30-DD26-AB6B-3275481B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E10C3-2B51-DC91-D222-6D27AFAE8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E6F79-CB2C-0374-2C51-B446BB53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3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BAB14-9687-6CBE-DF1F-5683CDB33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ACA66-FF9C-3973-A4ED-93A99A93B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EE404-DA3F-6FD4-B23A-47422C3A2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135B8-6725-4068-AA0F-7D8B01CCBC6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02AA6-81A2-5F8F-4E95-17484DEEF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7BFC6-BA82-07E3-5290-747F048F5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76CC3-A3F2-48B0-B3AA-5D0B6BBA4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41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F5B2AF-A690-45E7-2C9A-DF70BCBCA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553" y="0"/>
            <a:ext cx="344244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54F8FE-82BF-928B-7DE6-485ED2ECC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93" y="13447"/>
            <a:ext cx="8783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12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A8AF67-4FB0-CE13-9181-526F2A641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716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NIloy Khan</dc:creator>
  <cp:lastModifiedBy>NIloy Khan</cp:lastModifiedBy>
  <cp:revision>1</cp:revision>
  <dcterms:created xsi:type="dcterms:W3CDTF">2025-11-22T22:07:51Z</dcterms:created>
  <dcterms:modified xsi:type="dcterms:W3CDTF">2025-11-22T22:09:25Z</dcterms:modified>
</cp:coreProperties>
</file>