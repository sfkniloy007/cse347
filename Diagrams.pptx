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045D-254A-B034-0830-5960FDAAE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37D8B-44CE-2634-F05B-EF10ABE91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D6CE8-17ED-1970-430C-2059599CB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4B141-152E-523E-B504-A25A9870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DCDF-027A-823F-1112-3ECA6F82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0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F5EA-1478-DDF7-B686-608536D3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A3D7-874D-A6A8-6E68-F58735D26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B0B01-6DFA-65C8-540C-5C472F45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8CDEC-AAB3-11DA-D458-203481E1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D8C8-C64E-B596-A14B-749EDCA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3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115F7-3F0F-7581-7E42-03AA647F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51653-1DDB-50DE-0E36-446ED166D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C3303-2A9D-EC99-7E13-BA5FE6AD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CA68-98A3-4A54-D791-4B68CCEE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25E01-0508-A2AE-17CB-9EA7B04F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4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11EB-2AC3-DCCF-3257-31802412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67A02-5B11-0810-B3FA-233F4D49C9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8B114-6A1A-F39D-20F0-21222D22A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4C764-061F-EBD0-204F-C244BE57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9BAE4-9375-BCDC-81F4-0001B8529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F4A3A-0B20-3F2C-4A56-209CB3D8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8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22FDA-0615-638E-8981-F785BA60F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CF48-1289-12DD-76C4-4ACAEB6B5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9846F-53C3-E8CF-6D51-4A02DBB54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757B5-6C65-C75E-0B7E-7AC4DDE6F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5A267-59C0-4402-31F0-97430ACBA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4D54C-CCB8-15B3-FAD9-26BB22A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87B1C-2762-3971-0C8F-224722AA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81F31-68FA-2156-C366-8DAC0D75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AC17-7FBE-3D86-B0AF-5179C894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50ED8-4D86-1F2C-22FE-187D0AD7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EC798-37EB-803A-77B3-67CD733D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F7DA2-0EDB-136D-FC3E-1350B405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732BFA-C66B-8775-B9F3-AD6E1E0B9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199CA-EC73-0EF7-B378-82B6AD26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29A7F-997F-DB9A-BDF0-A008269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4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5369-5021-6A1F-E2F3-F204CE51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2324C-9E49-F6E5-08DA-9D1EB120C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B4519-6B84-30ED-19C7-D4E33C432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19275-484D-878F-F199-BD74D746C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03B19-2DF4-A59D-64DA-3A1D8E24B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EA67E-6563-BDFF-2887-17EC6331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9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1C39-B4AF-3F90-3B7B-5971EDCF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196FB2-2A19-634D-5E93-9F04C3D1B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3CBC5-668B-76BB-1D9A-5395FA833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C1964-BB33-89BD-8875-7D1803EA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567AA-DC36-70B5-27DA-345DF317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770EF-5B37-BD4C-F416-B5598670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C4A3-31CC-A4A5-AF5E-5D7A4BB28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80ECE-3DF8-4759-4B5F-0E90E9347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7D90E-300C-E91B-AE2E-1AB0CF44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52BE7-C284-E0C2-7BBA-01CD65628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E771-8A66-8C2F-5BC6-DF346512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91F28-7BFD-D1C6-2247-9B2B3FD41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5B25-67DE-FDF3-0574-6C5B2991B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948FA-33B2-7DAB-DE3A-4D28D461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A5E57-EB88-36AF-D081-E1D03DFF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7DC33-A6CD-44D0-E35C-67F8DCFE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4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0DCA9-D200-D271-5E84-7267CE9E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CC269-BB77-CF7E-56F2-8A4C94E0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CB99C-4B2D-26D1-4613-9EF0BDC6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06424-589B-4A8B-AB05-E59FBAD009AB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3402-B135-4A38-084D-F4501D283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9FB83-D987-CD6C-9430-AA810BC29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0092E-2310-4E5E-8243-41822D70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5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9C97C3-33CD-9DED-16ED-FFD758830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DDFC0F-0FD9-4948-7A07-40BB2C54A0C9}"/>
              </a:ext>
            </a:extLst>
          </p:cNvPr>
          <p:cNvSpPr/>
          <p:nvPr/>
        </p:nvSpPr>
        <p:spPr>
          <a:xfrm>
            <a:off x="4572000" y="1470229"/>
            <a:ext cx="762000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Local Artisan E-Marketplace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4374811-9F21-B9DE-EA76-0D09E8D21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9" y="2519081"/>
            <a:ext cx="7619999" cy="433891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Team </a:t>
            </a:r>
            <a:r>
              <a:rPr lang="en-US" b="1" dirty="0" err="1"/>
              <a:t>ErrorGPT</a:t>
            </a:r>
            <a:endParaRPr lang="en-US" b="1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Md </a:t>
            </a:r>
            <a:r>
              <a:rPr lang="en-US" sz="2400" b="1" spc="125" dirty="0" err="1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Shafkat</a:t>
            </a: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 Faruk Khan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2022 - 3 - 60 - 035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b="1" spc="125" dirty="0">
              <a:solidFill>
                <a:srgbClr val="000000"/>
              </a:solidFill>
              <a:ea typeface="Helvetica World"/>
              <a:cs typeface="Helvetica World"/>
              <a:sym typeface="Helvetica Wor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        </a:t>
            </a:r>
            <a:r>
              <a:rPr lang="en-US" sz="2400" b="1" spc="125" dirty="0" err="1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Uswat</a:t>
            </a: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2400" b="1" spc="125" dirty="0" err="1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Fatemee</a:t>
            </a: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		</a:t>
            </a:r>
            <a:r>
              <a:rPr lang="en-US" sz="2400" b="1" spc="131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Maysha Iqra</a:t>
            </a:r>
            <a:endParaRPr lang="en-US" sz="2400" b="1" spc="125" dirty="0">
              <a:solidFill>
                <a:srgbClr val="000000"/>
              </a:solidFill>
              <a:ea typeface="Helvetica World"/>
              <a:cs typeface="Helvetica World"/>
              <a:sym typeface="Helvetica Worl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spc="125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      2023 - 2 - 60 - 077	      </a:t>
            </a:r>
            <a:r>
              <a:rPr lang="en-US" sz="2400" b="1" spc="131" dirty="0">
                <a:solidFill>
                  <a:srgbClr val="000000"/>
                </a:solidFill>
                <a:ea typeface="Helvetica World"/>
                <a:cs typeface="Helvetica World"/>
                <a:sym typeface="Helvetica World"/>
              </a:rPr>
              <a:t>2023 - 1 - 60 - 152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b="1" spc="125" dirty="0">
              <a:solidFill>
                <a:srgbClr val="000000"/>
              </a:solidFill>
              <a:ea typeface="Helvetica World"/>
              <a:cs typeface="Helvetica World"/>
              <a:sym typeface="Helvetica World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b="1" spc="125" dirty="0">
              <a:solidFill>
                <a:srgbClr val="000000"/>
              </a:solidFill>
              <a:ea typeface="Helvetica World"/>
              <a:cs typeface="Helvetica World"/>
              <a:sym typeface="Helvetica World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57FB8-37AB-7114-3F52-FCD1A86A4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3D9CA-90C0-49A9-A81D-7B0276C8ECCE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199242-811A-3B99-35A3-9BA66460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5AF22-90BB-48E6-8511-486A19775A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6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E97C49-9FE2-3550-11BE-E0168566C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5483"/>
            <a:ext cx="12192000" cy="6472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7FF61F-83E8-C5E5-D914-CEFF4215C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4706"/>
          </a:xfrm>
        </p:spPr>
        <p:txBody>
          <a:bodyPr/>
          <a:lstStyle/>
          <a:p>
            <a:pPr algn="ctr"/>
            <a:r>
              <a:rPr lang="en-US" b="1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83318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DA99D7-5EC8-4CEE-B29B-47D2E5ED7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094" y="0"/>
            <a:ext cx="408790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099414B-70F6-57D9-9BD6-56A2BF33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871012" cy="1398493"/>
          </a:xfrm>
        </p:spPr>
        <p:txBody>
          <a:bodyPr/>
          <a:lstStyle/>
          <a:p>
            <a:pPr algn="ctr"/>
            <a:r>
              <a:rPr lang="en-US" b="1" dirty="0"/>
              <a:t>Activity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86BC2-5624-7D8F-EBFD-0292CD7A74AD}"/>
              </a:ext>
            </a:extLst>
          </p:cNvPr>
          <p:cNvSpPr txBox="1"/>
          <p:nvPr/>
        </p:nvSpPr>
        <p:spPr>
          <a:xfrm>
            <a:off x="0" y="1052115"/>
            <a:ext cx="78710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/>
              <a:t>The Secure Purchase &amp; Fulfillment Workflow</a:t>
            </a:r>
          </a:p>
          <a:p>
            <a:pPr>
              <a:buNone/>
            </a:pPr>
            <a:r>
              <a:rPr lang="en-US" dirty="0"/>
              <a:t>This diagram shows the three main roles—the </a:t>
            </a:r>
            <a:r>
              <a:rPr lang="en-US" b="1" dirty="0"/>
              <a:t>Buyer</a:t>
            </a:r>
            <a:r>
              <a:rPr lang="en-US" dirty="0"/>
              <a:t>, the </a:t>
            </a:r>
            <a:r>
              <a:rPr lang="en-US" b="1" dirty="0"/>
              <a:t>System</a:t>
            </a:r>
            <a:r>
              <a:rPr lang="en-US" dirty="0"/>
              <a:t>, and the </a:t>
            </a:r>
            <a:r>
              <a:rPr lang="en-US" b="1" dirty="0"/>
              <a:t>Artisan</a:t>
            </a:r>
            <a:r>
              <a:rPr lang="en-US" dirty="0"/>
              <a:t>—and how they work together to complete an order.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1. The Integrity Guarantee (Preventing Double-Selling):</a:t>
            </a:r>
            <a:endParaRPr lang="en-US" dirty="0"/>
          </a:p>
          <a:p>
            <a:r>
              <a:rPr lang="en-US" sz="1600" dirty="0"/>
              <a:t>The system's first job is the most important: </a:t>
            </a:r>
            <a:r>
              <a:rPr lang="en-US" sz="1600" b="1" dirty="0"/>
              <a:t>It immediately locks the item</a:t>
            </a:r>
            <a:r>
              <a:rPr lang="en-US" sz="1600" dirty="0"/>
              <a:t> (Lock Item step) when a buyer commits to purchase. This guarantees that nobody else—online or at the local </a:t>
            </a:r>
            <a:r>
              <a:rPr lang="en-US" sz="1600" i="1" dirty="0"/>
              <a:t>bazar</a:t>
            </a:r>
            <a:r>
              <a:rPr lang="en-US" sz="1600" dirty="0"/>
              <a:t>—can buy that unique mat at the same time. This is our core security check.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2. Seamless Financial Flow:</a:t>
            </a:r>
            <a:endParaRPr lang="en-US" dirty="0"/>
          </a:p>
          <a:p>
            <a:r>
              <a:rPr lang="en-US" sz="1600" dirty="0"/>
              <a:t>The system manages the payment process by calling the external service (like bKash) and then checking for success. It immediately logs the </a:t>
            </a:r>
            <a:r>
              <a:rPr lang="en-US" sz="1600" b="1" dirty="0"/>
              <a:t>Transaction</a:t>
            </a:r>
            <a:r>
              <a:rPr lang="en-US" sz="1600" dirty="0"/>
              <a:t> and updates the database, ensuring we have proof of payment before proceeding.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3. Professionalizing Logistics:</a:t>
            </a:r>
            <a:endParaRPr lang="en-US" dirty="0"/>
          </a:p>
          <a:p>
            <a:r>
              <a:rPr lang="en-US" sz="1600" dirty="0"/>
              <a:t>The flow moves smoothly from the </a:t>
            </a:r>
            <a:r>
              <a:rPr lang="en-US" sz="1600" b="1" dirty="0"/>
              <a:t>System</a:t>
            </a:r>
            <a:r>
              <a:rPr lang="en-US" sz="1600" dirty="0"/>
              <a:t> to the </a:t>
            </a:r>
            <a:r>
              <a:rPr lang="en-US" sz="1600" b="1" dirty="0"/>
              <a:t>Artisan</a:t>
            </a:r>
            <a:r>
              <a:rPr lang="en-US" sz="1600" dirty="0"/>
              <a:t> lane. This ensures that every confirmed sale results in a </a:t>
            </a:r>
            <a:r>
              <a:rPr lang="en-US" sz="1600" b="1" dirty="0"/>
              <a:t>digital Tracking ID</a:t>
            </a:r>
            <a:r>
              <a:rPr lang="en-US" sz="1600" dirty="0"/>
              <a:t> and a predictable payout, transforming the informal village delivery into a professional, traceable process.</a:t>
            </a:r>
          </a:p>
        </p:txBody>
      </p:sp>
    </p:spTree>
    <p:extLst>
      <p:ext uri="{BB962C8B-B14F-4D97-AF65-F5344CB8AC3E}">
        <p14:creationId xmlns:p14="http://schemas.microsoft.com/office/powerpoint/2010/main" val="188607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238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 World</vt:lpstr>
      <vt:lpstr>Office Theme</vt:lpstr>
      <vt:lpstr>PowerPoint Presentation</vt:lpstr>
      <vt:lpstr>Use Case Diagram</vt:lpstr>
      <vt:lpstr>Activity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NIloy Khan</dc:creator>
  <cp:lastModifiedBy>NIloy Khan</cp:lastModifiedBy>
  <cp:revision>2</cp:revision>
  <dcterms:created xsi:type="dcterms:W3CDTF">2025-11-08T15:05:16Z</dcterms:created>
  <dcterms:modified xsi:type="dcterms:W3CDTF">2025-11-08T16:08:29Z</dcterms:modified>
</cp:coreProperties>
</file>